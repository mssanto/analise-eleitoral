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2026-09-05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20,000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R$ 3,477,418,529.19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R$ 364,858,409.72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