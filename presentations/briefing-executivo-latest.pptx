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2026-09-19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20,060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R$ 5,584,888,348.00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R$ 3,614,839,437.95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