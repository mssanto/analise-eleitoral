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2026-10-01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20,064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R$ 6,216,516,292.34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R$ 4,033,065,725.78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