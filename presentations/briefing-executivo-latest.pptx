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2026-09-11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20,019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R$ 4,537,986,375.17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R$ 781,031,714.09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