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2026-09-26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20,063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R$ 5,922,745,379.04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R$ 3,789,454,734.76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