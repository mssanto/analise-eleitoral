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2026-10-01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20,064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R$ 6,138,159,949.84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R$ 3,960,901,823.56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