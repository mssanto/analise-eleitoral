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2026-09-27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20,063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R$ 5,984,783,096.98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R$ 3,842,569,575.70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