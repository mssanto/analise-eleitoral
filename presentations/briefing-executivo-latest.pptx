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2026-09-29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R$ 6,078,702,229.57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R$ 3,909,925,399.87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