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Análise Eleitoral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Snapshot 2026-09-29 · v0.3.1</a:t>
            </a:r>
          </a:p>
          <a:p>
            <a:pPr>
              <a:spcAft>
                <a:spcPts val="1200"/>
              </a:spcAft>
              <a:defRPr sz="1900"/>
            </a:pPr>
            <a:r>
              <a:t>Análise descritiva, apartidária e reprodutível.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20,063 registros de candidatura</a:t>
            </a:r>
          </a:p>
          <a:p>
            <a:pPr>
              <a:spcAft>
                <a:spcPts val="1200"/>
              </a:spcAft>
              <a:defRPr sz="1900"/>
            </a:pPr>
            <a:r>
              <a:t>Receitas agregadas: R$ 6,032,605,157.64</a:t>
            </a:r>
          </a:p>
          <a:p>
            <a:pPr>
              <a:spcAft>
                <a:spcPts val="1200"/>
              </a:spcAft>
              <a:defRPr sz="1900"/>
            </a:pPr>
            <a:r>
              <a:t>Despesas contratadas: R$ 3,871,539,026.49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Candidaturas por cargo</a:t>
            </a:r>
          </a:p>
        </p:txBody>
      </p:sp>
      <p:pic>
        <p:nvPicPr>
          <p:cNvPr id="3" name="Picture 2" descr="candidaturas_por_car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5926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Receitas por fonte</a:t>
            </a:r>
          </a:p>
        </p:txBody>
      </p:sp>
      <p:pic>
        <p:nvPicPr>
          <p:cNvPr id="3" name="Picture 2" descr="receitas_por_fo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59190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Despesas contratadas</a:t>
            </a:r>
          </a:p>
        </p:txBody>
      </p:sp>
      <p:pic>
        <p:nvPicPr>
          <p:cNvPr id="3" name="Picture 2" descr="despesas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5972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Qualidade e governança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Gate de publicação: APROVADO</a:t>
            </a:r>
          </a:p>
          <a:p>
            <a:pPr>
              <a:spcAft>
                <a:spcPts val="1200"/>
              </a:spcAft>
              <a:defRPr sz="1900"/>
            </a:pPr>
            <a:r>
              <a:t>Freshness e integridade bloqueiam cargas inválidas.</a:t>
            </a:r>
          </a:p>
          <a:p>
            <a:pPr>
              <a:spcAft>
                <a:spcPts val="1200"/>
              </a:spcAft>
              <a:defRPr sz="1900"/>
            </a:pPr>
            <a:r>
              <a:t>Snapshots reprovados são enviados à quarentena e não substituem o latest válido.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