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2026-10-03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20,064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R$ 6,277,827,604.51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R$ 4,103,396,612.50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