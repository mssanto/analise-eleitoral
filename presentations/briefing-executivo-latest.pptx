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2026-09-25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20,062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R$ 5,864,634,246.61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R$ 3,749,116,474.93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