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2026-09-22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R$ 5,763,156,297.84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R$ 3,693,983,561.38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