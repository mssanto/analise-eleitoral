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2026-09-13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20,034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R$ 5,112,304,856.00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R$ 2,204,954,519.64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