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2026-09-24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20,062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R$ 5,805,521,177.42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R$ 3,720,287,524.20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