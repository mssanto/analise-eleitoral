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2026-09-20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R$ 5,662,847,203.74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R$ 3,639,294,391.85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