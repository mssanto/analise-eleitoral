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2026-09-12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20,031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R$ 4,941,135,270.85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R$ 1,332,546,190.13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