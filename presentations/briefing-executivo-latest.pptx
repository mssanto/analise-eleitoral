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2026-09-20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R$ 5,698,171,271.64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R$ 3,653,198,317.27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